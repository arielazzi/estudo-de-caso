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1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9"/>
    <p:restoredTop sz="94707"/>
  </p:normalViewPr>
  <p:slideViewPr>
    <p:cSldViewPr snapToGrid="0" snapToObjects="1">
      <p:cViewPr varScale="1">
        <p:scale>
          <a:sx n="130" d="100"/>
          <a:sy n="130" d="100"/>
        </p:scale>
        <p:origin x="13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0201" y="1828800"/>
            <a:ext cx="26035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0A500"/>
                </a:solidFill>
              </a:defRPr>
            </a:pPr>
            <a:r>
              <a:rPr dirty="0" err="1"/>
              <a:t>Estudo</a:t>
            </a:r>
            <a:r>
              <a:rPr dirty="0"/>
              <a:t> de Caso · </a:t>
            </a:r>
            <a:r>
              <a:rPr lang="en-US" dirty="0" err="1"/>
              <a:t>Fundamentos</a:t>
            </a:r>
            <a:r>
              <a:rPr lang="en-US" dirty="0"/>
              <a:t> de Python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Sistema de Folha de Pagamento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rPr dirty="0"/>
              <a:t>Controle</a:t>
            </a:r>
            <a:r>
              <a:rPr lang="pt-BR" dirty="0"/>
              <a:t> </a:t>
            </a:r>
            <a:r>
              <a:rPr dirty="0"/>
              <a:t>de </a:t>
            </a:r>
            <a:r>
              <a:rPr dirty="0" err="1"/>
              <a:t>funcionários</a:t>
            </a:r>
            <a:r>
              <a:rPr dirty="0"/>
              <a:t> e </a:t>
            </a:r>
            <a:r>
              <a:rPr dirty="0" err="1"/>
              <a:t>salários</a:t>
            </a:r>
            <a:r>
              <a:rPr dirty="0"/>
              <a:t> — </a:t>
            </a:r>
            <a:r>
              <a:rPr lang="pt-BR" dirty="0"/>
              <a:t>CRUD completo com autenticação básica e gravação em arquivo CSV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766333" y="4754880"/>
            <a:ext cx="16113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rPr lang="pt-BR" dirty="0"/>
              <a:t>Ariel Azzi e Diana </a:t>
            </a:r>
            <a:r>
              <a:rPr lang="pt-BR" dirty="0" err="1"/>
              <a:t>Seibt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9B58-E392-1480-1398-187C875F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E93DFD-33C7-A656-60D6-A009A2B174F8}"/>
              </a:ext>
            </a:extLst>
          </p:cNvPr>
          <p:cNvSpPr txBox="1"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8A99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1D2DE-9A2A-219D-A94B-D9FADF57F282}"/>
              </a:ext>
            </a:extLst>
          </p:cNvPr>
          <p:cNvSpPr txBox="1"/>
          <p:nvPr/>
        </p:nvSpPr>
        <p:spPr>
          <a:xfrm>
            <a:off x="457200" y="822960"/>
            <a:ext cx="60276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5C"/>
                </a:solidFill>
              </a:defRPr>
            </a:pPr>
            <a:r>
              <a:rPr dirty="0" err="1"/>
              <a:t>Gestão</a:t>
            </a:r>
            <a:r>
              <a:rPr dirty="0"/>
              <a:t> manual de </a:t>
            </a:r>
            <a:r>
              <a:rPr dirty="0" err="1"/>
              <a:t>folha</a:t>
            </a:r>
            <a:r>
              <a:rPr dirty="0"/>
              <a:t> </a:t>
            </a:r>
            <a:r>
              <a:rPr lang="pt-BR" dirty="0"/>
              <a:t>de pagamento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CBCBE9-70CC-62C6-6ED7-812FDF4862DE}"/>
              </a:ext>
            </a:extLst>
          </p:cNvPr>
          <p:cNvSpPr/>
          <p:nvPr/>
        </p:nvSpPr>
        <p:spPr>
          <a:xfrm>
            <a:off x="1712891" y="1955013"/>
            <a:ext cx="5505718" cy="1097280"/>
          </a:xfrm>
          <a:prstGeom prst="rect">
            <a:avLst/>
          </a:prstGeom>
          <a:solidFill>
            <a:srgbClr val="FFF0F0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C0000"/>
                </a:solidFill>
              </a:defRPr>
            </a:pPr>
            <a:r>
              <a:rPr dirty="0"/>
              <a:t>📋 Dados </a:t>
            </a:r>
            <a:r>
              <a:rPr dirty="0" err="1"/>
              <a:t>dispersos</a:t>
            </a:r>
            <a:endParaRPr dirty="0"/>
          </a:p>
          <a:p>
            <a:pPr algn="ctr">
              <a:spcBef>
                <a:spcPts val="400"/>
              </a:spcBef>
              <a:defRPr sz="1100">
                <a:solidFill>
                  <a:srgbClr val="7A8A99"/>
                </a:solidFill>
              </a:defRPr>
            </a:pP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funcionários</a:t>
            </a:r>
            <a:r>
              <a:rPr dirty="0"/>
              <a:t> </a:t>
            </a:r>
            <a:r>
              <a:rPr dirty="0" err="1"/>
              <a:t>espalhadas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planilhas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controle</a:t>
            </a:r>
            <a:r>
              <a:rPr dirty="0"/>
              <a:t> </a:t>
            </a:r>
            <a:r>
              <a:rPr dirty="0" err="1"/>
              <a:t>centralizado</a:t>
            </a:r>
            <a:r>
              <a:rPr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71D742-77DD-26FF-0ECB-9697536C0D63}"/>
              </a:ext>
            </a:extLst>
          </p:cNvPr>
          <p:cNvSpPr/>
          <p:nvPr/>
        </p:nvSpPr>
        <p:spPr>
          <a:xfrm>
            <a:off x="1712891" y="3235173"/>
            <a:ext cx="5505718" cy="1097280"/>
          </a:xfrm>
          <a:prstGeom prst="rect">
            <a:avLst/>
          </a:prstGeom>
          <a:solidFill>
            <a:srgbClr val="FFF0F0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C0000"/>
                </a:solidFill>
              </a:defRPr>
            </a:pPr>
            <a:r>
              <a:rPr dirty="0"/>
              <a:t>⏱️ </a:t>
            </a:r>
            <a:r>
              <a:rPr dirty="0" err="1"/>
              <a:t>Processos</a:t>
            </a:r>
            <a:r>
              <a:rPr dirty="0"/>
              <a:t> </a:t>
            </a:r>
            <a:r>
              <a:rPr dirty="0" err="1"/>
              <a:t>manuais</a:t>
            </a:r>
            <a:endParaRPr dirty="0"/>
          </a:p>
          <a:p>
            <a:pPr algn="ctr">
              <a:spcBef>
                <a:spcPts val="400"/>
              </a:spcBef>
              <a:defRPr sz="1100">
                <a:solidFill>
                  <a:srgbClr val="7A8A99"/>
                </a:solidFill>
              </a:defRPr>
            </a:pPr>
            <a:r>
              <a:rPr dirty="0"/>
              <a:t>Cada consulta, </a:t>
            </a:r>
            <a:r>
              <a:rPr dirty="0" err="1"/>
              <a:t>atualização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cálculo</a:t>
            </a:r>
            <a:r>
              <a:rPr dirty="0"/>
              <a:t> </a:t>
            </a:r>
            <a:r>
              <a:rPr dirty="0" err="1"/>
              <a:t>requer</a:t>
            </a:r>
            <a:r>
              <a:rPr dirty="0"/>
              <a:t> </a:t>
            </a:r>
            <a:r>
              <a:rPr dirty="0" err="1"/>
              <a:t>trabalho</a:t>
            </a:r>
            <a:r>
              <a:rPr dirty="0"/>
              <a:t> manual </a:t>
            </a:r>
            <a:r>
              <a:rPr dirty="0" err="1"/>
              <a:t>repetitivo</a:t>
            </a:r>
            <a:r>
              <a:rPr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9F6AF6-C27B-134F-755D-1DD614856155}"/>
              </a:ext>
            </a:extLst>
          </p:cNvPr>
          <p:cNvSpPr/>
          <p:nvPr/>
        </p:nvSpPr>
        <p:spPr>
          <a:xfrm>
            <a:off x="1712891" y="4515333"/>
            <a:ext cx="5505718" cy="1097280"/>
          </a:xfrm>
          <a:prstGeom prst="rect">
            <a:avLst/>
          </a:prstGeom>
          <a:solidFill>
            <a:srgbClr val="FFF0F0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C0000"/>
                </a:solidFill>
              </a:defRPr>
            </a:pPr>
            <a:r>
              <a:rPr dirty="0"/>
              <a:t>❌ </a:t>
            </a:r>
            <a:r>
              <a:rPr dirty="0" err="1"/>
              <a:t>Erros</a:t>
            </a:r>
            <a:r>
              <a:rPr dirty="0"/>
              <a:t> </a:t>
            </a:r>
            <a:r>
              <a:rPr dirty="0" err="1"/>
              <a:t>frequentes</a:t>
            </a:r>
            <a:endParaRPr dirty="0"/>
          </a:p>
          <a:p>
            <a:pPr algn="ctr">
              <a:spcBef>
                <a:spcPts val="400"/>
              </a:spcBef>
              <a:defRPr sz="1100">
                <a:solidFill>
                  <a:srgbClr val="7A8A99"/>
                </a:solidFill>
              </a:defRPr>
            </a:pPr>
            <a:r>
              <a:rPr dirty="0" err="1"/>
              <a:t>Cálculos</a:t>
            </a:r>
            <a:r>
              <a:rPr dirty="0"/>
              <a:t> </a:t>
            </a:r>
            <a:r>
              <a:rPr dirty="0" err="1"/>
              <a:t>incorretos</a:t>
            </a:r>
            <a:r>
              <a:rPr dirty="0"/>
              <a:t>, dados </a:t>
            </a:r>
            <a:r>
              <a:rPr dirty="0" err="1"/>
              <a:t>desatualizados</a:t>
            </a:r>
            <a:r>
              <a:rPr dirty="0"/>
              <a:t> e </a:t>
            </a:r>
            <a:r>
              <a:rPr dirty="0" err="1"/>
              <a:t>dificuldade</a:t>
            </a:r>
            <a:r>
              <a:rPr dirty="0"/>
              <a:t> de auditoria.</a:t>
            </a:r>
          </a:p>
        </p:txBody>
      </p:sp>
    </p:spTree>
    <p:extLst>
      <p:ext uri="{BB962C8B-B14F-4D97-AF65-F5344CB8AC3E}">
        <p14:creationId xmlns:p14="http://schemas.microsoft.com/office/powerpoint/2010/main" val="2693209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8A99"/>
                </a:solidFill>
              </a:defRPr>
            </a:pPr>
            <a: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4203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5C"/>
                </a:solidFill>
              </a:defRPr>
            </a:pPr>
            <a:r>
              <a:rPr dirty="0"/>
              <a:t>Controle de </a:t>
            </a:r>
            <a:r>
              <a:rPr dirty="0" err="1"/>
              <a:t>funcionários</a:t>
            </a:r>
            <a:r>
              <a:rPr dirty="0"/>
              <a:t> e </a:t>
            </a:r>
            <a:r>
              <a:rPr dirty="0" err="1"/>
              <a:t>salários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899634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🎯 </a:t>
            </a:r>
            <a:r>
              <a:rPr dirty="0" err="1"/>
              <a:t>Centralização</a:t>
            </a:r>
            <a:endParaRPr dirty="0"/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/>
              <a:t>Todos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único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organizado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754880" y="1899634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⚡ </a:t>
            </a:r>
            <a:r>
              <a:rPr dirty="0" err="1"/>
              <a:t>Automação</a:t>
            </a:r>
            <a:endParaRPr dirty="0"/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 err="1"/>
              <a:t>Cálculos</a:t>
            </a:r>
            <a:r>
              <a:rPr dirty="0"/>
              <a:t> </a:t>
            </a:r>
            <a:r>
              <a:rPr dirty="0" err="1"/>
              <a:t>automáticos</a:t>
            </a:r>
            <a:r>
              <a:rPr dirty="0"/>
              <a:t> e </a:t>
            </a:r>
            <a:r>
              <a:rPr dirty="0" err="1"/>
              <a:t>validações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57200" y="3545554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🔍 </a:t>
            </a:r>
            <a:r>
              <a:rPr lang="pt-BR" dirty="0"/>
              <a:t>Consulta</a:t>
            </a:r>
            <a:endParaRPr dirty="0"/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rápidas</a:t>
            </a:r>
            <a:r>
              <a:rPr lang="pt-BR" dirty="0"/>
              <a:t> de salário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754880" y="3545554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📈 </a:t>
            </a:r>
            <a:r>
              <a:rPr dirty="0" err="1"/>
              <a:t>Visão</a:t>
            </a:r>
            <a:r>
              <a:rPr dirty="0"/>
              <a:t> </a:t>
            </a:r>
            <a:r>
              <a:rPr dirty="0" err="1"/>
              <a:t>consolidada</a:t>
            </a:r>
            <a:endParaRPr dirty="0"/>
          </a:p>
          <a:p>
            <a:pPr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lang="pt-BR" dirty="0"/>
              <a:t>                         </a:t>
            </a:r>
            <a:r>
              <a:rPr dirty="0" err="1"/>
              <a:t>Cálculo</a:t>
            </a:r>
            <a:r>
              <a:rPr dirty="0"/>
              <a:t> total da </a:t>
            </a:r>
            <a:r>
              <a:rPr dirty="0" err="1"/>
              <a:t>folha</a:t>
            </a:r>
            <a:r>
              <a:rPr dirty="0"/>
              <a:t> de </a:t>
            </a:r>
            <a:r>
              <a:rPr dirty="0" err="1"/>
              <a:t>pagamento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8A99"/>
                </a:solidFill>
              </a:defRPr>
            </a:pPr>
            <a:r>
              <a:t>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4524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5C"/>
                </a:solidFill>
              </a:defRPr>
            </a:pPr>
            <a:r>
              <a:rPr lang="pt-BR" dirty="0"/>
              <a:t>O</a:t>
            </a:r>
            <a:r>
              <a:rPr dirty="0" err="1"/>
              <a:t>perações</a:t>
            </a:r>
            <a:r>
              <a:rPr dirty="0"/>
              <a:t> CRUD </a:t>
            </a:r>
            <a:r>
              <a:rPr dirty="0" err="1"/>
              <a:t>completas</a:t>
            </a:r>
            <a:r>
              <a:rPr dirty="0"/>
              <a:t> +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solidFill>
            <a:srgbClr val="0070A8"/>
          </a:solidFill>
          <a:ln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132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73152" rtlCol="0" anchor="ctr"/>
          <a:lstStyle/>
          <a:p>
            <a:pPr algn="ctr">
              <a:defRPr sz="1400" b="1">
                <a:solidFill>
                  <a:srgbClr val="003B5C"/>
                </a:solidFill>
              </a:defRPr>
            </a:pPr>
            <a:r>
              <a:rPr dirty="0"/>
              <a:t>Login </a:t>
            </a:r>
            <a:r>
              <a:rPr dirty="0" err="1"/>
              <a:t>Autenticado</a:t>
            </a:r>
            <a:endParaRPr dirty="0"/>
          </a:p>
          <a:p>
            <a:pPr algn="ctr">
              <a:defRPr sz="1000">
                <a:solidFill>
                  <a:srgbClr val="7A8A99"/>
                </a:solidFill>
              </a:defRPr>
            </a:pPr>
            <a:r>
              <a:rPr lang="pt-BR" dirty="0"/>
              <a:t> </a:t>
            </a:r>
            <a:r>
              <a:rPr dirty="0" err="1"/>
              <a:t>Validação</a:t>
            </a:r>
            <a:r>
              <a:rPr dirty="0"/>
              <a:t> de </a:t>
            </a:r>
            <a:r>
              <a:rPr dirty="0" err="1"/>
              <a:t>usuário</a:t>
            </a:r>
            <a:r>
              <a:rPr dirty="0"/>
              <a:t> e </a:t>
            </a:r>
            <a:r>
              <a:rPr dirty="0" err="1"/>
              <a:t>senha</a:t>
            </a:r>
            <a:r>
              <a:rPr dirty="0"/>
              <a:t> contra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auth.csv</a:t>
            </a:r>
            <a:r>
              <a:rPr dirty="0"/>
              <a:t> — </a:t>
            </a:r>
            <a:r>
              <a:rPr dirty="0" err="1"/>
              <a:t>authenticate_user</a:t>
            </a:r>
            <a:r>
              <a:rPr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0070A8"/>
          </a:solidFill>
          <a:ln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651760"/>
            <a:ext cx="7132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73152" rtlCol="0" anchor="ctr"/>
          <a:lstStyle/>
          <a:p>
            <a:pPr algn="ctr">
              <a:defRPr sz="1400" b="1">
                <a:solidFill>
                  <a:srgbClr val="003B5C"/>
                </a:solidFill>
              </a:defRPr>
            </a:pPr>
            <a:r>
              <a:rPr dirty="0" err="1"/>
              <a:t>Cadastrar</a:t>
            </a:r>
            <a:r>
              <a:rPr dirty="0"/>
              <a:t> </a:t>
            </a:r>
            <a:r>
              <a:rPr dirty="0" err="1"/>
              <a:t>Funcionário</a:t>
            </a:r>
            <a:endParaRPr dirty="0"/>
          </a:p>
          <a:p>
            <a:pPr algn="ctr">
              <a:defRPr sz="1000">
                <a:solidFill>
                  <a:srgbClr val="7A8A99"/>
                </a:solidFill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novos</a:t>
            </a:r>
            <a:r>
              <a:rPr dirty="0"/>
              <a:t> </a:t>
            </a:r>
            <a:r>
              <a:rPr dirty="0" err="1"/>
              <a:t>funcionários</a:t>
            </a:r>
            <a:r>
              <a:rPr dirty="0"/>
              <a:t> com </a:t>
            </a:r>
            <a:r>
              <a:rPr dirty="0" err="1"/>
              <a:t>validação</a:t>
            </a:r>
            <a:r>
              <a:rPr dirty="0"/>
              <a:t> de dados e ID </a:t>
            </a:r>
            <a:r>
              <a:rPr dirty="0" err="1"/>
              <a:t>automático</a:t>
            </a:r>
            <a:r>
              <a:rPr dirty="0"/>
              <a:t> — </a:t>
            </a:r>
            <a:r>
              <a:rPr dirty="0" err="1"/>
              <a:t>register_new_employee</a:t>
            </a:r>
            <a:r>
              <a:rPr dirty="0"/>
              <a:t>()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solidFill>
            <a:srgbClr val="0070A8"/>
          </a:solidFill>
          <a:ln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7132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73152" rtlCol="0" anchor="ctr"/>
          <a:lstStyle/>
          <a:p>
            <a:pPr algn="ctr">
              <a:defRPr sz="1400" b="1">
                <a:solidFill>
                  <a:srgbClr val="003B5C"/>
                </a:solidFill>
              </a:defRPr>
            </a:pPr>
            <a:r>
              <a:rPr dirty="0" err="1"/>
              <a:t>Consultar</a:t>
            </a:r>
            <a:r>
              <a:rPr dirty="0"/>
              <a:t> </a:t>
            </a:r>
            <a:r>
              <a:rPr dirty="0" err="1"/>
              <a:t>Funcionários</a:t>
            </a:r>
            <a:endParaRPr dirty="0"/>
          </a:p>
          <a:p>
            <a:pPr algn="ctr">
              <a:defRPr sz="1000">
                <a:solidFill>
                  <a:srgbClr val="7A8A99"/>
                </a:solidFill>
              </a:defRPr>
            </a:pP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ID, </a:t>
            </a:r>
            <a:r>
              <a:rPr dirty="0" err="1"/>
              <a:t>nome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visualização</a:t>
            </a:r>
            <a:r>
              <a:rPr dirty="0"/>
              <a:t> de </a:t>
            </a:r>
            <a:r>
              <a:rPr dirty="0" err="1"/>
              <a:t>todos</a:t>
            </a:r>
            <a:r>
              <a:rPr dirty="0"/>
              <a:t> + </a:t>
            </a:r>
            <a:r>
              <a:rPr dirty="0" err="1"/>
              <a:t>cálculo</a:t>
            </a:r>
            <a:r>
              <a:rPr dirty="0"/>
              <a:t> de </a:t>
            </a:r>
            <a:r>
              <a:rPr dirty="0" err="1"/>
              <a:t>folha</a:t>
            </a:r>
            <a:r>
              <a:rPr dirty="0"/>
              <a:t> total — </a:t>
            </a:r>
            <a:r>
              <a:rPr dirty="0" err="1"/>
              <a:t>get_employees</a:t>
            </a:r>
            <a:r>
              <a:rPr dirty="0"/>
              <a:t>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solidFill>
            <a:srgbClr val="0070A8"/>
          </a:solidFill>
          <a:ln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97680"/>
            <a:ext cx="7132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73152" rtlCol="0" anchor="ctr"/>
          <a:lstStyle/>
          <a:p>
            <a:pPr algn="ctr">
              <a:defRPr sz="1400" b="1">
                <a:solidFill>
                  <a:srgbClr val="003B5C"/>
                </a:solidFill>
              </a:defRPr>
            </a:pPr>
            <a:r>
              <a:rPr dirty="0" err="1"/>
              <a:t>Alterar</a:t>
            </a:r>
            <a:r>
              <a:rPr dirty="0"/>
              <a:t> </a:t>
            </a:r>
            <a:r>
              <a:rPr dirty="0" err="1"/>
              <a:t>Salário</a:t>
            </a:r>
            <a:endParaRPr dirty="0"/>
          </a:p>
          <a:p>
            <a:pPr algn="ctr">
              <a:defRPr sz="1000">
                <a:solidFill>
                  <a:srgbClr val="7A8A99"/>
                </a:solidFill>
              </a:defRPr>
            </a:pPr>
            <a:r>
              <a:rPr dirty="0" err="1"/>
              <a:t>Atualização</a:t>
            </a:r>
            <a:r>
              <a:rPr dirty="0"/>
              <a:t> de </a:t>
            </a:r>
            <a:r>
              <a:rPr dirty="0" err="1"/>
              <a:t>salário</a:t>
            </a:r>
            <a:r>
              <a:rPr dirty="0"/>
              <a:t> com </a:t>
            </a:r>
            <a:r>
              <a:rPr dirty="0" err="1"/>
              <a:t>opção</a:t>
            </a:r>
            <a:r>
              <a:rPr dirty="0"/>
              <a:t> de </a:t>
            </a:r>
            <a:r>
              <a:rPr dirty="0" err="1"/>
              <a:t>mudança</a:t>
            </a:r>
            <a:r>
              <a:rPr dirty="0"/>
              <a:t> de cargo — </a:t>
            </a:r>
            <a:r>
              <a:rPr dirty="0" err="1"/>
              <a:t>update_employee_salary</a:t>
            </a:r>
            <a:r>
              <a:rPr dirty="0"/>
              <a:t>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solidFill>
            <a:srgbClr val="0070A8"/>
          </a:solidFill>
          <a:ln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120640"/>
            <a:ext cx="7132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73152" rtlCol="0" anchor="ctr"/>
          <a:lstStyle/>
          <a:p>
            <a:pPr algn="ctr">
              <a:defRPr sz="1400" b="1">
                <a:solidFill>
                  <a:srgbClr val="003B5C"/>
                </a:solidFill>
              </a:defRPr>
            </a:pPr>
            <a:r>
              <a:rPr dirty="0" err="1"/>
              <a:t>Excluir</a:t>
            </a:r>
            <a:r>
              <a:rPr dirty="0"/>
              <a:t> </a:t>
            </a:r>
            <a:r>
              <a:rPr dirty="0" err="1"/>
              <a:t>Funcionário</a:t>
            </a:r>
            <a:endParaRPr dirty="0"/>
          </a:p>
          <a:p>
            <a:pPr algn="ctr">
              <a:defRPr sz="1000">
                <a:solidFill>
                  <a:srgbClr val="7A8A99"/>
                </a:solidFill>
              </a:defRPr>
            </a:pPr>
            <a:r>
              <a:rPr dirty="0" err="1"/>
              <a:t>Remoção</a:t>
            </a:r>
            <a:r>
              <a:rPr dirty="0"/>
              <a:t> de </a:t>
            </a:r>
            <a:r>
              <a:rPr dirty="0" err="1"/>
              <a:t>registro</a:t>
            </a:r>
            <a:r>
              <a:rPr dirty="0"/>
              <a:t> no </a:t>
            </a:r>
            <a:r>
              <a:rPr dirty="0" err="1"/>
              <a:t>processo</a:t>
            </a:r>
            <a:r>
              <a:rPr dirty="0"/>
              <a:t> de </a:t>
            </a:r>
            <a:r>
              <a:rPr dirty="0" err="1"/>
              <a:t>demissão</a:t>
            </a:r>
            <a:r>
              <a:rPr dirty="0"/>
              <a:t> — </a:t>
            </a:r>
            <a:r>
              <a:rPr dirty="0" err="1"/>
              <a:t>terminate_employee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8A99"/>
                </a:solidFill>
              </a:defRPr>
            </a:pPr>
            <a:r>
              <a:t>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5C"/>
                </a:solidFill>
              </a:defRPr>
            </a:pPr>
            <a:r>
              <a:t>Sistema baseado em arquivos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631061" y="2889375"/>
            <a:ext cx="1542889" cy="10792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2800"/>
            </a:pPr>
            <a:r>
              <a:t>🔐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03B5C"/>
                </a:solidFill>
              </a:defRPr>
            </a:pPr>
            <a:r>
              <a:t>Login</a:t>
            </a:r>
          </a:p>
          <a:p>
            <a:pPr algn="ctr">
              <a:spcBef>
                <a:spcPts val="200"/>
              </a:spcBef>
              <a:defRPr sz="900">
                <a:solidFill>
                  <a:srgbClr val="7A8A99"/>
                </a:solidFill>
              </a:defRPr>
            </a:pPr>
            <a:r>
              <a:t>auth.csv valida credenciais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8325" y="32918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A8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4181" y="2889375"/>
            <a:ext cx="1542889" cy="10792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2800"/>
            </a:pPr>
            <a:r>
              <a:t>📂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03B5C"/>
                </a:solidFill>
              </a:defRPr>
            </a:pPr>
            <a:r>
              <a:t>Load Data</a:t>
            </a:r>
          </a:p>
          <a:p>
            <a:pPr algn="ctr">
              <a:spcBef>
                <a:spcPts val="200"/>
              </a:spcBef>
              <a:defRPr sz="900">
                <a:solidFill>
                  <a:srgbClr val="7A8A99"/>
                </a:solidFill>
              </a:defRPr>
            </a:pPr>
            <a:r>
              <a:t>employees.csv carregado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7166" y="3292484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A8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837301" y="2889375"/>
            <a:ext cx="1542889" cy="10792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2800"/>
            </a:pPr>
            <a:r>
              <a:t>⚙️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03B5C"/>
                </a:solidFill>
              </a:defRPr>
            </a:pPr>
            <a:r>
              <a:t>CRUD Menu</a:t>
            </a:r>
          </a:p>
          <a:p>
            <a:pPr algn="ctr">
              <a:spcBef>
                <a:spcPts val="200"/>
              </a:spcBef>
              <a:defRPr sz="900">
                <a:solidFill>
                  <a:srgbClr val="7A8A99"/>
                </a:solidFill>
              </a:defRPr>
            </a:pPr>
            <a:r>
              <a:t>Manipulação em memória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7406" y="32918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A8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0421" y="2889375"/>
            <a:ext cx="1542889" cy="10792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2800"/>
            </a:pPr>
            <a:r>
              <a:t>💾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03B5C"/>
                </a:solidFill>
              </a:defRPr>
            </a:pPr>
            <a:r>
              <a:t>Save</a:t>
            </a:r>
          </a:p>
          <a:p>
            <a:pPr algn="ctr">
              <a:spcBef>
                <a:spcPts val="200"/>
              </a:spcBef>
              <a:defRPr sz="900">
                <a:solidFill>
                  <a:srgbClr val="7A8A99"/>
                </a:solidFill>
              </a:defRPr>
            </a:pPr>
            <a:r>
              <a:t>Dados salvos em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8A99"/>
                </a:solidFill>
              </a:defRPr>
            </a:pPr>
            <a:r>
              <a:t>DESTAQUES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5C"/>
                </a:solidFill>
              </a:defRPr>
            </a:pPr>
            <a:r>
              <a:rPr dirty="0" err="1"/>
              <a:t>Funcionalidades</a:t>
            </a:r>
            <a:r>
              <a:rPr dirty="0"/>
              <a:t> </a:t>
            </a:r>
            <a:r>
              <a:rPr dirty="0" err="1"/>
              <a:t>implementadas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🆔 IDs </a:t>
            </a:r>
            <a:r>
              <a:rPr dirty="0" err="1"/>
              <a:t>Automáticos</a:t>
            </a:r>
            <a:endParaRPr dirty="0"/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 err="1"/>
              <a:t>Geração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de IDs </a:t>
            </a:r>
            <a:r>
              <a:rPr dirty="0" err="1"/>
              <a:t>sequenciais</a:t>
            </a:r>
            <a:r>
              <a:rPr dirty="0"/>
              <a:t> </a:t>
            </a:r>
            <a:r>
              <a:rPr dirty="0" err="1"/>
              <a:t>formatados</a:t>
            </a:r>
            <a:r>
              <a:rPr dirty="0"/>
              <a:t> (000001, 000002...)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737360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✅ </a:t>
            </a:r>
            <a:r>
              <a:rPr dirty="0" err="1"/>
              <a:t>Validação</a:t>
            </a:r>
            <a:r>
              <a:rPr dirty="0"/>
              <a:t> de Dados</a:t>
            </a:r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 err="1"/>
              <a:t>Validação</a:t>
            </a:r>
            <a:r>
              <a:rPr dirty="0"/>
              <a:t> de </a:t>
            </a:r>
            <a:r>
              <a:rPr dirty="0" err="1"/>
              <a:t>salário</a:t>
            </a:r>
            <a:r>
              <a:rPr dirty="0"/>
              <a:t> </a:t>
            </a:r>
            <a:r>
              <a:rPr dirty="0" err="1"/>
              <a:t>numérico</a:t>
            </a:r>
            <a:r>
              <a:rPr dirty="0"/>
              <a:t> e </a:t>
            </a:r>
            <a:r>
              <a:rPr dirty="0" err="1"/>
              <a:t>formato</a:t>
            </a:r>
            <a:r>
              <a:rPr dirty="0"/>
              <a:t> de data (YYYY-MM-DD)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🔍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Flexível</a:t>
            </a:r>
            <a:endParaRPr dirty="0"/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ID </a:t>
            </a:r>
            <a:r>
              <a:rPr dirty="0" err="1"/>
              <a:t>exato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pesquisa</a:t>
            </a:r>
            <a:r>
              <a:rPr dirty="0"/>
              <a:t> </a:t>
            </a:r>
            <a:r>
              <a:rPr dirty="0" err="1"/>
              <a:t>parcial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nome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754880" y="3383280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💰 </a:t>
            </a:r>
            <a:r>
              <a:rPr dirty="0" err="1"/>
              <a:t>Cálculo</a:t>
            </a:r>
            <a:r>
              <a:rPr dirty="0"/>
              <a:t> de Folha</a:t>
            </a:r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/>
              <a:t>Soma </a:t>
            </a:r>
            <a:r>
              <a:rPr dirty="0" err="1"/>
              <a:t>automática</a:t>
            </a:r>
            <a:r>
              <a:rPr dirty="0"/>
              <a:t> do </a:t>
            </a:r>
            <a:r>
              <a:rPr dirty="0" err="1"/>
              <a:t>custo</a:t>
            </a:r>
            <a:r>
              <a:rPr dirty="0"/>
              <a:t> total da </a:t>
            </a:r>
            <a:r>
              <a:rPr dirty="0" err="1"/>
              <a:t>folha</a:t>
            </a:r>
            <a:r>
              <a:rPr dirty="0"/>
              <a:t> de </a:t>
            </a:r>
            <a:r>
              <a:rPr dirty="0" err="1"/>
              <a:t>pagamento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📈 Controle de </a:t>
            </a:r>
            <a:r>
              <a:rPr dirty="0" err="1"/>
              <a:t>Aumento</a:t>
            </a:r>
            <a:endParaRPr dirty="0"/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 err="1"/>
              <a:t>Validação</a:t>
            </a:r>
            <a:r>
              <a:rPr dirty="0"/>
              <a:t> para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redução</a:t>
            </a:r>
            <a:r>
              <a:rPr dirty="0"/>
              <a:t> </a:t>
            </a:r>
            <a:r>
              <a:rPr dirty="0" err="1"/>
              <a:t>salarial</a:t>
            </a:r>
            <a:r>
              <a:rPr dirty="0"/>
              <a:t> </a:t>
            </a:r>
            <a:r>
              <a:rPr dirty="0" err="1"/>
              <a:t>acidental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754880" y="5029200"/>
            <a:ext cx="39319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003B5C"/>
                </a:solidFill>
              </a:defRPr>
            </a:pPr>
            <a:r>
              <a:rPr dirty="0"/>
              <a:t>💾 </a:t>
            </a:r>
            <a:r>
              <a:rPr dirty="0" err="1"/>
              <a:t>Persistência</a:t>
            </a:r>
            <a:r>
              <a:rPr dirty="0"/>
              <a:t> Segura</a:t>
            </a:r>
          </a:p>
          <a:p>
            <a:pPr algn="ctr">
              <a:spcBef>
                <a:spcPts val="600"/>
              </a:spcBef>
              <a:defRPr sz="1100">
                <a:solidFill>
                  <a:srgbClr val="7A8A99"/>
                </a:solidFill>
              </a:defRPr>
            </a:pPr>
            <a:r>
              <a:rPr dirty="0"/>
              <a:t>Save </a:t>
            </a:r>
            <a:r>
              <a:rPr dirty="0" err="1"/>
              <a:t>automático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sair</a:t>
            </a:r>
            <a:r>
              <a:rPr dirty="0"/>
              <a:t> + load </a:t>
            </a:r>
            <a:r>
              <a:rPr dirty="0" err="1"/>
              <a:t>automático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iniciar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8A99"/>
                </a:solidFill>
              </a:defRPr>
            </a:pPr>
            <a:r>
              <a:t>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5C"/>
                </a:solidFill>
              </a:defRPr>
            </a:pPr>
            <a:r>
              <a:t>Duas formas de visualizar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840480" cy="1097280"/>
          </a:xfrm>
          <a:prstGeom prst="rect">
            <a:avLst/>
          </a:prstGeom>
          <a:solidFill>
            <a:srgbClr val="F0FFF5"/>
          </a:solidFill>
          <a:ln w="381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rPr dirty="0"/>
              <a:t>🖥️ </a:t>
            </a:r>
            <a:r>
              <a:rPr dirty="0" err="1"/>
              <a:t>Exibição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Tela</a:t>
            </a:r>
          </a:p>
          <a:p>
            <a:pPr algn="ctr">
              <a:defRPr sz="1100">
                <a:solidFill>
                  <a:srgbClr val="7A8A99"/>
                </a:solidFill>
              </a:defRPr>
            </a:pPr>
            <a:r>
              <a:rPr dirty="0"/>
              <a:t>Interface de menu </a:t>
            </a:r>
            <a:r>
              <a:rPr dirty="0" err="1"/>
              <a:t>interativa</a:t>
            </a:r>
            <a:r>
              <a:rPr dirty="0"/>
              <a:t> com </a:t>
            </a:r>
            <a:r>
              <a:rPr dirty="0" err="1"/>
              <a:t>formatação</a:t>
            </a:r>
            <a:r>
              <a:rPr dirty="0"/>
              <a:t> de dados.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>
              <a:defRPr sz="1000">
                <a:solidFill>
                  <a:srgbClr val="003B5C"/>
                </a:solidFill>
                <a:latin typeface="Consolas"/>
              </a:defRPr>
            </a:pPr>
            <a:r>
              <a:t>ID: 000001</a:t>
            </a:r>
          </a:p>
          <a:p>
            <a:pPr>
              <a:defRPr sz="1000">
                <a:solidFill>
                  <a:srgbClr val="003B5C"/>
                </a:solidFill>
                <a:latin typeface="Consolas"/>
              </a:defRPr>
            </a:pPr>
            <a:r>
              <a:t>Name: João Silva</a:t>
            </a:r>
          </a:p>
          <a:p>
            <a:pPr>
              <a:defRPr sz="1000">
                <a:solidFill>
                  <a:srgbClr val="003B5C"/>
                </a:solidFill>
                <a:latin typeface="Consolas"/>
              </a:defRPr>
            </a:pPr>
            <a:r>
              <a:t>Position: Desenvolvedor</a:t>
            </a:r>
          </a:p>
          <a:p>
            <a:pPr>
              <a:defRPr sz="1000">
                <a:solidFill>
                  <a:srgbClr val="003B5C"/>
                </a:solidFill>
                <a:latin typeface="Consolas"/>
              </a:defRPr>
            </a:pPr>
            <a:r>
              <a:t>Department: TI</a:t>
            </a:r>
          </a:p>
          <a:p>
            <a:pPr>
              <a:defRPr sz="1000">
                <a:solidFill>
                  <a:srgbClr val="003B5C"/>
                </a:solidFill>
                <a:latin typeface="Consolas"/>
              </a:defRPr>
            </a:pPr>
            <a:r>
              <a:t>Salary: $5000.00</a:t>
            </a:r>
          </a:p>
          <a:p>
            <a:pPr>
              <a:defRPr sz="1000">
                <a:solidFill>
                  <a:srgbClr val="003B5C"/>
                </a:solidFill>
                <a:latin typeface="Consolas"/>
              </a:defRPr>
            </a:pPr>
            <a:r>
              <a:t>Hire Date: 2024-01-15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828800"/>
            <a:ext cx="3840480" cy="1097280"/>
          </a:xfrm>
          <a:prstGeom prst="rect">
            <a:avLst/>
          </a:prstGeom>
          <a:solidFill>
            <a:srgbClr val="F0FFF5"/>
          </a:solidFill>
          <a:ln w="381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rPr dirty="0"/>
              <a:t>📁 </a:t>
            </a:r>
            <a:r>
              <a:rPr dirty="0" err="1"/>
              <a:t>Gravação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CSV</a:t>
            </a:r>
          </a:p>
          <a:p>
            <a:pPr algn="ctr">
              <a:defRPr sz="1100">
                <a:solidFill>
                  <a:srgbClr val="7A8A99"/>
                </a:solidFill>
              </a:defRPr>
            </a:pPr>
            <a:r>
              <a:rPr dirty="0" err="1"/>
              <a:t>Persistência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estruturado</a:t>
            </a:r>
            <a:r>
              <a:rPr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20040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>
              <a:defRPr sz="900">
                <a:solidFill>
                  <a:srgbClr val="003B5C"/>
                </a:solidFill>
                <a:latin typeface="Consolas"/>
              </a:defRPr>
            </a:pPr>
            <a:r>
              <a:t>id,name,salary,department,position,hire_date</a:t>
            </a:r>
          </a:p>
          <a:p>
            <a:pPr>
              <a:defRPr sz="900">
                <a:solidFill>
                  <a:srgbClr val="003B5C"/>
                </a:solidFill>
                <a:latin typeface="Consolas"/>
              </a:defRPr>
            </a:pPr>
            <a:r>
              <a:t>000001,João Silva,5000.0,TI,Desenvolvedor,2024-01-15</a:t>
            </a:r>
          </a:p>
          <a:p>
            <a:pPr>
              <a:defRPr sz="900">
                <a:solidFill>
                  <a:srgbClr val="003B5C"/>
                </a:solidFill>
                <a:latin typeface="Consolas"/>
              </a:defRPr>
            </a:pPr>
            <a:r>
              <a:t>000002,Maria Santos,6500.0,RH,Gerente,2023-08-22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4511</TotalTime>
  <Words>423</Words>
  <Application>Microsoft Macintosh PowerPoint</Application>
  <PresentationFormat>On-screen Show (4:3)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Ariel da Silva Azzi</cp:lastModifiedBy>
  <cp:revision>2</cp:revision>
  <dcterms:created xsi:type="dcterms:W3CDTF">2013-01-27T09:14:16Z</dcterms:created>
  <dcterms:modified xsi:type="dcterms:W3CDTF">2026-04-24T22:21:01Z</dcterms:modified>
  <cp:category/>
</cp:coreProperties>
</file>